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52558-1344-4A67-8899-A502F94CDF5C}" v="7" dt="2026-06-07T15:22:03.471"/>
    <p1510:client id="{E75D47EA-C026-449B-BBAE-3DA48F1C9839}" v="55" dt="2026-06-08T02:00:50.9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0"/>
            <a:ext cx="9144677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21934" y="1811863"/>
            <a:ext cx="5308866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1934" y="3598327"/>
            <a:ext cx="5308866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65417" y="5054602"/>
            <a:ext cx="673276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21934" y="5054602"/>
            <a:ext cx="4064860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817317" y="5054602"/>
            <a:ext cx="413483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825" y="3471329"/>
            <a:ext cx="511308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451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767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78465" y="1641413"/>
            <a:ext cx="6595534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78465" y="3734859"/>
            <a:ext cx="6595534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278466" y="3599392"/>
            <a:ext cx="6595533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592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278465" y="235626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76866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5152" y="2487168"/>
            <a:ext cx="3337560" cy="3447288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54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76868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1832" y="2658533"/>
            <a:ext cx="333756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1832" y="3243263"/>
            <a:ext cx="3337560" cy="2706624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41" name="Straight Connector 40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1208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15337"/>
            <a:ext cx="6798735" cy="130386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65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6501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388534"/>
            <a:ext cx="2536798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20062" y="982132"/>
            <a:ext cx="385553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031065"/>
            <a:ext cx="2536798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278466" y="2912533"/>
            <a:ext cx="233359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99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1883832"/>
            <a:ext cx="3632202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069" y="1032933"/>
            <a:ext cx="2929463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5" y="3255432"/>
            <a:ext cx="3632201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0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4815415"/>
            <a:ext cx="6798734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6260" y="1032933"/>
            <a:ext cx="7091482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76866" y="5382153"/>
            <a:ext cx="6798734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62141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6" y="906873"/>
            <a:ext cx="6798734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275666"/>
            <a:ext cx="6798736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5" y="4140199"/>
            <a:ext cx="660642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0204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34333" y="982132"/>
            <a:ext cx="6400250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00200" y="3352799"/>
            <a:ext cx="5892798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3" y="4343400"/>
            <a:ext cx="6798738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49969" y="905362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3503" y="2827870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278466" y="4140199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25731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9" y="3308581"/>
            <a:ext cx="679872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8" y="4777381"/>
            <a:ext cx="679873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2992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9416" y="982132"/>
            <a:ext cx="632516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639312"/>
            <a:ext cx="6798730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4529667"/>
            <a:ext cx="6798736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78060" y="89689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49796" y="260772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278466" y="3429000"/>
            <a:ext cx="659553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288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6865" y="982131"/>
            <a:ext cx="6798734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176868" y="3566160"/>
            <a:ext cx="6798730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6" y="4470400"/>
            <a:ext cx="6798734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278469" y="3429000"/>
            <a:ext cx="660642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6632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5" y="2490135"/>
            <a:ext cx="6798736" cy="338573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278466" y="2354670"/>
            <a:ext cx="660642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948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56667" y="906873"/>
            <a:ext cx="1618930" cy="496899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76867" y="906873"/>
            <a:ext cx="4915509" cy="496899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6245512" y="906873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2126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9152467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76866" y="915337"/>
            <a:ext cx="6798734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6865" y="2490135"/>
            <a:ext cx="6798736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56670" y="5960533"/>
            <a:ext cx="114828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76865" y="5960533"/>
            <a:ext cx="510466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80091" y="5960533"/>
            <a:ext cx="39551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135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  <p:sldLayoutId id="2147483752" r:id="rId14"/>
    <p:sldLayoutId id="2147483753" r:id="rId15"/>
    <p:sldLayoutId id="2147483754" r:id="rId16"/>
    <p:sldLayoutId id="214748375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Brazilian E-Commerce Public Dataset by Olist</a:t>
            </a:r>
          </a:p>
          <a:p>
            <a:r>
              <a:t>Tools: DuckDB, dbt, Python, Pandas, Matplotlib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CSV Files → DuckDB → dbt Staging → Star Schema → dbt Tests → Analytics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Fact: fact_sales</a:t>
            </a:r>
          </a:p>
          <a:p>
            <a:r>
              <a:t>Dimensions: dim_customer, dim_product, dim_seller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Quality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dbt tests:</a:t>
            </a:r>
          </a:p>
          <a:p>
            <a:r>
              <a:t>- unique customer_id</a:t>
            </a:r>
          </a:p>
          <a:p>
            <a:r>
              <a:t>- unique product_id</a:t>
            </a:r>
          </a:p>
          <a:p>
            <a:r>
              <a:t>- unique seller_id</a:t>
            </a:r>
          </a:p>
          <a:p>
            <a:r>
              <a:t>- not_null checks</a:t>
            </a:r>
          </a:p>
          <a:p>
            <a:r>
              <a:t>Result: PASS=7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1A5BC9-81E1-6EC8-58DE-8F50AC90F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9568" y="5533448"/>
            <a:ext cx="6134100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Monthly Sales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monthly revenue trends using fact_sales.</a:t>
            </a:r>
          </a:p>
        </p:txBody>
      </p:sp>
      <p:pic>
        <p:nvPicPr>
          <p:cNvPr id="4" name="Picture 3" descr="A line graph with numbers and text&#10;&#10;AI-generated content may be incorrect.">
            <a:extLst>
              <a:ext uri="{FF2B5EF4-FFF2-40B4-BE49-F238E27FC236}">
                <a16:creationId xmlns:a16="http://schemas.microsoft.com/office/drawing/2014/main" id="{FEAD166F-BD87-0F49-725C-88DFBEA027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546" y="3027218"/>
            <a:ext cx="6322292" cy="31496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 Product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Top categories include Beauty &amp; Health, Watches &amp; Gifts, Bed/Bath/Table.</a:t>
            </a:r>
          </a:p>
        </p:txBody>
      </p:sp>
      <p:pic>
        <p:nvPicPr>
          <p:cNvPr id="4" name="Picture 3" descr="A bar graph with blue bars&#10;&#10;AI-generated content may be incorrect.">
            <a:extLst>
              <a:ext uri="{FF2B5EF4-FFF2-40B4-BE49-F238E27FC236}">
                <a16:creationId xmlns:a16="http://schemas.microsoft.com/office/drawing/2014/main" id="{7B7B4397-2CF1-DD08-F6CE-AD8C69057B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3891" y="2976417"/>
            <a:ext cx="6456219" cy="32281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by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São Paulo (SP) generated the highest revenue.</a:t>
            </a:r>
          </a:p>
        </p:txBody>
      </p:sp>
      <p:pic>
        <p:nvPicPr>
          <p:cNvPr id="4" name="Picture 3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44975364-062F-C39D-9B74-168752BE0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573" y="2977423"/>
            <a:ext cx="3136359" cy="32842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RFM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Frequency, Recency, Monetary analysis</a:t>
            </a:r>
            <a:r>
              <a:rPr lang="en-US"/>
              <a:t>.</a:t>
            </a:r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2177CCBA-43F6-4697-6A05-D4831BB2D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7095" y="2927601"/>
            <a:ext cx="3847235" cy="33220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Learnings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Built an end-to-end analytics engineering workflow with DuckDB and dbt.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Organic</vt:lpstr>
      <vt:lpstr>Project Overview</vt:lpstr>
      <vt:lpstr>Architecture</vt:lpstr>
      <vt:lpstr>Star Schema</vt:lpstr>
      <vt:lpstr>Data Quality</vt:lpstr>
      <vt:lpstr>Monthly Sales Trend</vt:lpstr>
      <vt:lpstr>Top Product Categories</vt:lpstr>
      <vt:lpstr>Revenue by State</vt:lpstr>
      <vt:lpstr>Customer RFM Analysis</vt:lpstr>
      <vt:lpstr>Key Learnings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33</cp:revision>
  <dcterms:created xsi:type="dcterms:W3CDTF">2013-01-27T09:14:16Z</dcterms:created>
  <dcterms:modified xsi:type="dcterms:W3CDTF">2026-06-08T02:01:16Z</dcterms:modified>
  <cp:category/>
</cp:coreProperties>
</file>