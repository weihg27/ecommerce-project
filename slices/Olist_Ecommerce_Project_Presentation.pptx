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52558-1344-4A67-8899-A502F94CDF5C}" v="7" dt="2026-06-07T15:22:03.4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451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67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592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54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208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65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501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9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320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214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0204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5731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2992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288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632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948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126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135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  <p:sldLayoutId id="214748375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Brazilian E-Commerce Public Dataset by Olist</a:t>
            </a:r>
          </a:p>
          <a:p>
            <a:r>
              <a:t>Tools: DuckDB, dbt, Python, Pandas, Matplotlib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CSV Files → DuckDB → dbt Staging → Star Schema → dbt Tests →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Fact: fact_sales</a:t>
            </a:r>
          </a:p>
          <a:p>
            <a:r>
              <a:t>Dimensions: dim_customer, dim_product, dim_seller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dbt tests:</a:t>
            </a:r>
          </a:p>
          <a:p>
            <a:r>
              <a:t>- unique customer_id</a:t>
            </a:r>
          </a:p>
          <a:p>
            <a:r>
              <a:t>- unique product_id</a:t>
            </a:r>
          </a:p>
          <a:p>
            <a:r>
              <a:t>- unique seller_id</a:t>
            </a:r>
          </a:p>
          <a:p>
            <a:r>
              <a:t>- not_null checks</a:t>
            </a:r>
          </a:p>
          <a:p>
            <a:r>
              <a:t>Result: PASS=7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Sales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monthly revenue trends using fact_sales.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Product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categories include Beauty &amp; Health, Watches &amp; Gifts, Bed/Bath/Table.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São Paulo (SP) generated the highest revenue.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RFM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Frequency, Recency, Monetary analysis using customer_unique_id.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Built an end-to-end analytics engineering workflow with DuckDB and dbt.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Organic</vt:lpstr>
      <vt:lpstr>Project Overview</vt:lpstr>
      <vt:lpstr>Architecture</vt:lpstr>
      <vt:lpstr>Star Schema</vt:lpstr>
      <vt:lpstr>Data Quality</vt:lpstr>
      <vt:lpstr>Monthly Sales Trend</vt:lpstr>
      <vt:lpstr>Top Product Categories</vt:lpstr>
      <vt:lpstr>Revenue by State</vt:lpstr>
      <vt:lpstr>Customer RFM Analysis</vt:lpstr>
      <vt:lpstr>Key Learnings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9</cp:revision>
  <dcterms:created xsi:type="dcterms:W3CDTF">2013-01-27T09:14:16Z</dcterms:created>
  <dcterms:modified xsi:type="dcterms:W3CDTF">2026-06-07T15:22:54Z</dcterms:modified>
  <cp:category/>
</cp:coreProperties>
</file>